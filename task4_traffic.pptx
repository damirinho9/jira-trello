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CDD1E-AB5F-90F7-D858-C04ACE21A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6B962E-B990-FBF2-0383-8283C1504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20E150-F07B-3DF0-96E4-7D035F32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1E81CC-8886-9CB7-355C-3CF03416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8B8C37-0CBC-92DC-9D3D-B1492BF6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247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9F1655-9CEB-9A38-4E9E-56BBD1416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39C34-C59D-7CB7-C674-25FAFAFAB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1B3B14-3B6B-264A-A696-673184C04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10FCAE-CF2E-2A49-7ECE-58F130ECE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40C877-2708-9B45-8116-35ACAFDC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87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F19E7-62B6-2BEE-6E7E-A4B33401E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7DEAE2-EA15-0F3D-0750-D5449D9BE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B18FEA-ABF9-1DB3-2B32-FB5135BA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EBE3CB-B5DC-57EE-15A0-23D2D87B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5B74EA-7D6E-2BCA-9A4D-CF458418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75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6CF92-A17A-8B67-3B6C-688DD2E2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3B3F31-A912-5B3E-6363-8BDF1E1FA4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7DD284-73D4-E166-4CF7-0E83E75CB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9DB9E5-8F41-E293-3604-1F7D8BAD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FB521F-2478-6447-9AEB-89A47E047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7D39C5-BA5F-90B0-B6F2-895872D6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028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E7352-D156-E2C4-E581-10CD4A9E7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BC4F45-B81B-6634-2A32-1B19C94CD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FC454B-D8A4-4F2D-F299-79DE0B668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FA3EA80-5FEE-E491-DDD6-753DB0478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C9C71EA-710D-962C-28E0-39CFFA248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9FF6216-59BC-4968-EDAE-B8B0D427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EDB4F56-4A98-1D81-5086-C2C08A0D6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3E4DA46-266C-DCE4-B133-5DE8EFF0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68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3E036-F65B-7842-55A6-1F85621E3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472896-E0B8-8BB8-3A59-A134B0B5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8C8D13-47AF-F74F-D814-C2878A64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4920AF-1528-5579-2E4A-E54ABBD0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44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388F34-5B0F-C7ED-0FDA-677D68578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30D3D00-1564-9CF0-606F-E24752CE5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1E3C7D-B2DC-BCAE-2051-62B18DAB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354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825B7-56DF-F83C-7B5C-A1F4A6E3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E3C0E0-8ADD-B14A-7DA0-40A99F261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9C699-4180-29DF-7D6E-52E333308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95F01A-B321-77F7-2458-BC82D883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555070-A846-25C0-1A18-FA59EA31E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853F62-C84B-0970-7F37-87DABBF2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32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4A43C-F6EB-3CD5-624A-34D4B152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B1C1FD-ECC3-50FD-2262-4B514BE89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DBFB1C-384D-0B06-0099-906B9FB5F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56CA49-8978-8E1E-FE17-77E8219B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A2320C-A16F-4FBE-1760-D0A93231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920CC8-C799-D273-2D2B-429DFC23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482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05379-3C27-8311-DB3A-749476F7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682358-E4AD-F3A1-A35F-BEB086EAB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01AFCD-E170-5C90-9965-1B96A12EB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09CA8B-8E93-021A-038E-8A65CB67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2C066E-1294-A604-D799-6C22F8CD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85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4F5A4B5-C62D-D900-79B7-4732040A5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536EF35-E40E-5449-22EB-8409846B4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4C1B40-985C-8B7D-25F6-7A053EDC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3869D3-D8D3-E782-B1E8-D815AA23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7ECD5C-0B17-8AB5-88F1-146DD01D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4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D71F9-485C-0E5C-CFCD-91B49870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76F7C1-0B38-EEB1-33C4-32640BA97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77224A-8A2A-AD9F-F045-0BA009ACC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DF093C-06D1-4431-9753-60C37F653B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DB8C43-E511-F4C2-4D6E-21115CC67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150694-3DC0-2019-ECDC-2AE2C25A3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27507-5CEB-4B3E-9314-DBBEE7E10E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44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уга 1">
            <a:extLst>
              <a:ext uri="{FF2B5EF4-FFF2-40B4-BE49-F238E27FC236}">
                <a16:creationId xmlns:a16="http://schemas.microsoft.com/office/drawing/2014/main" id="{5B3B8678-21E0-7CD3-4B30-A7F9CB854109}"/>
              </a:ext>
            </a:extLst>
          </p:cNvPr>
          <p:cNvSpPr/>
          <p:nvPr/>
        </p:nvSpPr>
        <p:spPr>
          <a:xfrm>
            <a:off x="-10485120" y="1234440"/>
            <a:ext cx="21945600" cy="10972800"/>
          </a:xfrm>
          <a:prstGeom prst="arc">
            <a:avLst/>
          </a:prstGeom>
          <a:ln w="8890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0E0C47ED-A179-7555-9B20-C775C2CA2E07}"/>
              </a:ext>
            </a:extLst>
          </p:cNvPr>
          <p:cNvGrpSpPr/>
          <p:nvPr/>
        </p:nvGrpSpPr>
        <p:grpSpPr>
          <a:xfrm rot="480000">
            <a:off x="1341120" y="1405890"/>
            <a:ext cx="1584960" cy="887730"/>
            <a:chOff x="1341120" y="1405890"/>
            <a:chExt cx="1584960" cy="887730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502AA325-E8E0-165A-7AD2-948C1EB76D28}"/>
                </a:ext>
              </a:extLst>
            </p:cNvPr>
            <p:cNvSpPr/>
            <p:nvPr/>
          </p:nvSpPr>
          <p:spPr>
            <a:xfrm>
              <a:off x="1341120" y="1645920"/>
              <a:ext cx="1524000" cy="558800"/>
            </a:xfrm>
            <a:prstGeom prst="rect">
              <a:avLst/>
            </a:prstGeom>
            <a:solidFill>
              <a:srgbClr val="23232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E5D6A24-73E7-BBE3-2657-78FF11CF74F8}"/>
                </a:ext>
              </a:extLst>
            </p:cNvPr>
            <p:cNvSpPr/>
            <p:nvPr/>
          </p:nvSpPr>
          <p:spPr>
            <a:xfrm>
              <a:off x="1767840" y="1405890"/>
              <a:ext cx="889000" cy="304800"/>
            </a:xfrm>
            <a:prstGeom prst="rect">
              <a:avLst/>
            </a:prstGeom>
            <a:solidFill>
              <a:srgbClr val="2D2D2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EEA6EB48-6627-1B03-5383-C7465EAF4061}"/>
                </a:ext>
              </a:extLst>
            </p:cNvPr>
            <p:cNvSpPr/>
            <p:nvPr/>
          </p:nvSpPr>
          <p:spPr>
            <a:xfrm>
              <a:off x="1524000" y="1988820"/>
              <a:ext cx="304800" cy="304800"/>
            </a:xfrm>
            <a:prstGeom prst="ellipse">
              <a:avLst/>
            </a:prstGeom>
            <a:solidFill>
              <a:srgbClr val="0A0A0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A9045CC-FA9F-A9BB-C521-0B3973C3C431}"/>
                </a:ext>
              </a:extLst>
            </p:cNvPr>
            <p:cNvSpPr/>
            <p:nvPr/>
          </p:nvSpPr>
          <p:spPr>
            <a:xfrm>
              <a:off x="2621280" y="1988820"/>
              <a:ext cx="304800" cy="304800"/>
            </a:xfrm>
            <a:prstGeom prst="ellipse">
              <a:avLst/>
            </a:prstGeom>
            <a:solidFill>
              <a:srgbClr val="0A0A0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B46282F-0559-2725-5FED-10120E793E6E}"/>
              </a:ext>
            </a:extLst>
          </p:cNvPr>
          <p:cNvSpPr/>
          <p:nvPr/>
        </p:nvSpPr>
        <p:spPr>
          <a:xfrm>
            <a:off x="9022080" y="1920240"/>
            <a:ext cx="152400" cy="2667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71B288D-9F6F-F95E-399E-E0537D5C347E}"/>
              </a:ext>
            </a:extLst>
          </p:cNvPr>
          <p:cNvSpPr/>
          <p:nvPr/>
        </p:nvSpPr>
        <p:spPr>
          <a:xfrm>
            <a:off x="8595360" y="1645920"/>
            <a:ext cx="1041400" cy="2159000"/>
          </a:xfrm>
          <a:prstGeom prst="rect">
            <a:avLst/>
          </a:prstGeom>
          <a:solidFill>
            <a:srgbClr val="3737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B8853B00-89B0-1206-D571-C6E2537C0054}"/>
              </a:ext>
            </a:extLst>
          </p:cNvPr>
          <p:cNvSpPr/>
          <p:nvPr/>
        </p:nvSpPr>
        <p:spPr>
          <a:xfrm>
            <a:off x="8839200" y="1748790"/>
            <a:ext cx="533400" cy="533400"/>
          </a:xfrm>
          <a:prstGeom prst="ellipse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71E8CD0B-0E52-0E4E-EE39-57F3572119ED}"/>
              </a:ext>
            </a:extLst>
          </p:cNvPr>
          <p:cNvSpPr/>
          <p:nvPr/>
        </p:nvSpPr>
        <p:spPr>
          <a:xfrm>
            <a:off x="8839200" y="2160270"/>
            <a:ext cx="533400" cy="533400"/>
          </a:xfrm>
          <a:prstGeom prst="ellipse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ADF407A8-7ABF-9933-5383-6EC267B8706F}"/>
              </a:ext>
            </a:extLst>
          </p:cNvPr>
          <p:cNvSpPr/>
          <p:nvPr/>
        </p:nvSpPr>
        <p:spPr>
          <a:xfrm>
            <a:off x="8839200" y="2571750"/>
            <a:ext cx="533400" cy="533400"/>
          </a:xfrm>
          <a:prstGeom prst="ellipse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54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C 0.15 0.07 0.34 0.20 0.53 0.30" pathEditMode="relative">
                                      <p:cBhvr from="" to="">
                                        <p:cTn id="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1020000">
                                      <p:cBhvr>
                                        <p:cTn id="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" y="1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8B44B"/>
                                      </p:to>
                                    </p:animClr>
                                    <p:set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" y="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" y="1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" y="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" y="1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C 0.12 0.06 0.27 0.13 0.42 0.18" pathEditMode="relative">
                                      <p:cBhvr from="" to="">
                                        <p:cTn id="51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8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1500000">
                                      <p:cBhvr>
                                        <p:cTn id="53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Магжанов Дамир</dc:creator>
  <cp:lastModifiedBy>Магжанов Дамир</cp:lastModifiedBy>
  <cp:revision>1</cp:revision>
  <dcterms:created xsi:type="dcterms:W3CDTF">2026-03-03T07:13:11Z</dcterms:created>
  <dcterms:modified xsi:type="dcterms:W3CDTF">2026-03-03T07:13:11Z</dcterms:modified>
</cp:coreProperties>
</file>